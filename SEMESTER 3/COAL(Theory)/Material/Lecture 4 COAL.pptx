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3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24F4-FE74-2093-C940-9B44E987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Endian and Big Endian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D35C-DD11-5B48-BDA3-EB265975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little endian lower byte store in lower address and higher byte store in higher address.</a:t>
            </a:r>
          </a:p>
          <a:p>
            <a:r>
              <a:rPr lang="en-US" dirty="0"/>
              <a:t>In High endian lower byte store in higher address and higher byte store in lower address.</a:t>
            </a:r>
          </a:p>
          <a:p>
            <a:r>
              <a:rPr lang="en-US" dirty="0"/>
              <a:t>Intel 8086 processor is Litter endian.</a:t>
            </a:r>
          </a:p>
          <a:p>
            <a:r>
              <a:rPr lang="en-US" dirty="0"/>
              <a:t>Example Storing BBDD in memory address 1122h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6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B268-1CE0-7EA1-8C99-6C7B5CC6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517BA-DE1E-141D-4DD6-F0C5B7A7B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store data in any memory location.</a:t>
            </a:r>
          </a:p>
          <a:p>
            <a:r>
              <a:rPr lang="en-US" dirty="0"/>
              <a:t>As we study memory address is 20bits</a:t>
            </a:r>
          </a:p>
          <a:p>
            <a:r>
              <a:rPr lang="en-US" dirty="0"/>
              <a:t>We have 16bit Segment address 16 bit offset.</a:t>
            </a:r>
          </a:p>
          <a:p>
            <a:r>
              <a:rPr lang="en-US" dirty="0"/>
              <a:t>For offset address we can use BX , SI , DI</a:t>
            </a:r>
          </a:p>
          <a:p>
            <a:r>
              <a:rPr lang="en-US" dirty="0"/>
              <a:t>For Segment we can use any segment register.</a:t>
            </a:r>
          </a:p>
          <a:p>
            <a:r>
              <a:rPr lang="en-US" dirty="0"/>
              <a:t>In Assembly code address can be access by segment:[offset].</a:t>
            </a:r>
          </a:p>
          <a:p>
            <a:r>
              <a:rPr lang="en-US" dirty="0"/>
              <a:t>If we don’t define segment address by default ds is selected</a:t>
            </a:r>
          </a:p>
          <a:p>
            <a:r>
              <a:rPr lang="en-US" dirty="0"/>
              <a:t>If we store data in 4455h it will be store in DS:[4455].</a:t>
            </a:r>
          </a:p>
        </p:txBody>
      </p:sp>
    </p:spTree>
    <p:extLst>
      <p:ext uri="{BB962C8B-B14F-4D97-AF65-F5344CB8AC3E}">
        <p14:creationId xmlns:p14="http://schemas.microsoft.com/office/powerpoint/2010/main" val="427045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2060-3381-6C67-00D6-FBC6F34C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data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BE1B-378C-2BDC-EAB6-B431F71F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Store 1 byte in Memory</a:t>
            </a:r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[offset] , 1</a:t>
            </a:r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 Segment:[offset]</a:t>
            </a:r>
          </a:p>
          <a:p>
            <a:endParaRPr lang="en-US" dirty="0"/>
          </a:p>
          <a:p>
            <a:r>
              <a:rPr lang="en-US" dirty="0"/>
              <a:t>To Store 2 byte in Memory</a:t>
            </a:r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[offset] , 1</a:t>
            </a:r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 Segment:[offset]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3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D2687-4037-4CC4-8B80-AD2C670CF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989" y="640977"/>
            <a:ext cx="9118635" cy="5392270"/>
          </a:xfrm>
        </p:spPr>
      </p:pic>
    </p:spTree>
    <p:extLst>
      <p:ext uri="{BB962C8B-B14F-4D97-AF65-F5344CB8AC3E}">
        <p14:creationId xmlns:p14="http://schemas.microsoft.com/office/powerpoint/2010/main" val="248177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9258-FECF-4E3A-B9EE-64DA0082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physical address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273963-51F3-4DF0-A1BA-B5F4ABAC8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418" y="1999129"/>
            <a:ext cx="9129762" cy="3567953"/>
          </a:xfrm>
        </p:spPr>
      </p:pic>
    </p:spTree>
    <p:extLst>
      <p:ext uri="{BB962C8B-B14F-4D97-AF65-F5344CB8AC3E}">
        <p14:creationId xmlns:p14="http://schemas.microsoft.com/office/powerpoint/2010/main" val="163618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36699-59D8-6668-70C1-491D0F4F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ABCD at 12345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6FA21-D5F3-926D-48BC-BFD217874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17557"/>
            <a:ext cx="8915400" cy="3777622"/>
          </a:xfrm>
        </p:spPr>
        <p:txBody>
          <a:bodyPr/>
          <a:lstStyle/>
          <a:p>
            <a:r>
              <a:rPr lang="en-US" dirty="0"/>
              <a:t>12345 address is 20 bit address</a:t>
            </a:r>
          </a:p>
          <a:p>
            <a:r>
              <a:rPr lang="en-US" dirty="0"/>
              <a:t>So our Segment register is 1234 and offset is 0005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Store some data in 2 memory location -&gt; Get data from these locations -&gt; find sum and store sum at any location.</a:t>
            </a:r>
          </a:p>
        </p:txBody>
      </p:sp>
    </p:spTree>
    <p:extLst>
      <p:ext uri="{BB962C8B-B14F-4D97-AF65-F5344CB8AC3E}">
        <p14:creationId xmlns:p14="http://schemas.microsoft.com/office/powerpoint/2010/main" val="11399991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154</TotalTime>
  <Words>235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Wisp</vt:lpstr>
      <vt:lpstr>Computer Organization &amp; Assembly Language</vt:lpstr>
      <vt:lpstr>Little Endian and Big Endian</vt:lpstr>
      <vt:lpstr>PowerPoint Presentation</vt:lpstr>
      <vt:lpstr>Storing data in Memory</vt:lpstr>
      <vt:lpstr>PowerPoint Presentation</vt:lpstr>
      <vt:lpstr>Calculate physical address</vt:lpstr>
      <vt:lpstr>Store ABCD at 12345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Muhammad Arshad Sarfraz</cp:lastModifiedBy>
  <cp:revision>8</cp:revision>
  <dcterms:created xsi:type="dcterms:W3CDTF">2023-10-17T17:30:28Z</dcterms:created>
  <dcterms:modified xsi:type="dcterms:W3CDTF">2025-10-14T03:18:42Z</dcterms:modified>
</cp:coreProperties>
</file>